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0" r:id="rId4"/>
    <p:sldId id="264" r:id="rId5"/>
    <p:sldId id="271" r:id="rId6"/>
    <p:sldId id="265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06FF5-D292-4B4F-ADCA-F07DE34AEEB4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8A3D0-2EDC-463D-B4D7-5F0220CF5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737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73737-F39C-468F-B0BA-5DF51E49AC6C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EBBB3-485C-4EA6-8B4A-CADD6B256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256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C415-EE56-4C61-865C-8C93A670FDC4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52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60A5-60A3-4D8F-9B6D-11CDCEB3947E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04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82648-0D2C-411A-B07F-7275E2E244A8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74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017B-99A2-464D-AEA2-951E72FFADAF}" type="datetime1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67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DC28-D315-43AC-B37D-C30CEF67DAE2}" type="datetime1">
              <a:rPr lang="ru-RU" smtClean="0"/>
              <a:t>22.12.2025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88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4AF9-7702-4D7A-8354-7EADA42927E7}" type="datetime1">
              <a:rPr lang="ru-RU" smtClean="0"/>
              <a:t>22.12.2025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33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3E1A-F6B6-4914-A9C3-8C4F0443CDCC}" type="datetime1">
              <a:rPr lang="ru-RU" smtClean="0"/>
              <a:t>22.12.2025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70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7248A-E87F-42B1-B764-F35F42372E75}" type="datetime1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9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E447-0F5E-4FB7-B28B-21C982D20BF7}" type="datetime1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90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8A8C9-6BFA-433A-9A84-32BBC1D55FD4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73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DD5F-D61E-4616-9648-444051602154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93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5A29-7E3B-4853-B0A8-84DDB4ABC011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98FE3-B623-4641-928F-C91B54B9BC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3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8"/>
          <p:cNvSpPr>
            <a:spLocks noGrp="1"/>
          </p:cNvSpPr>
          <p:nvPr>
            <p:ph type="ctrTitle"/>
          </p:nvPr>
        </p:nvSpPr>
        <p:spPr>
          <a:xfrm>
            <a:off x="914400" y="3259027"/>
            <a:ext cx="10363200" cy="799010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статического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сервера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одзаголовок 19"/>
          <p:cNvSpPr>
            <a:spLocks noGrp="1"/>
          </p:cNvSpPr>
          <p:nvPr>
            <p:ph type="subTitle" idx="1"/>
          </p:nvPr>
        </p:nvSpPr>
        <p:spPr>
          <a:xfrm>
            <a:off x="395735" y="5060984"/>
            <a:ext cx="6920240" cy="12058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Паламарчук Андрей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Николаевич</a:t>
            </a:r>
          </a:p>
          <a:p>
            <a:pPr algn="l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ИУ7-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3Б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Клочков Максим Николаевич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5594356" y="6255092"/>
            <a:ext cx="1003288" cy="4331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15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ru-RU" sz="2215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г.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1794741" y="621436"/>
            <a:ext cx="99962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автономное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высшего образования «Московский государственный технический университет имени Н.Э. Баумана (национальный исследовательский университет)» (МГТУ им. Н.Э. Баумана)</a:t>
            </a:r>
          </a:p>
        </p:txBody>
      </p:sp>
      <p:pic>
        <p:nvPicPr>
          <p:cNvPr id="30" name="Google Shape;107;p26"/>
          <p:cNvPicPr/>
          <p:nvPr/>
        </p:nvPicPr>
        <p:blipFill>
          <a:blip r:embed="rId2">
            <a:alphaModFix/>
          </a:blip>
          <a:srcRect/>
          <a:stretch/>
        </p:blipFill>
        <p:spPr bwMode="auto">
          <a:xfrm>
            <a:off x="395735" y="621436"/>
            <a:ext cx="1399006" cy="170707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Прямоугольник 30"/>
          <p:cNvSpPr/>
          <p:nvPr/>
        </p:nvSpPr>
        <p:spPr>
          <a:xfrm>
            <a:off x="1909012" y="1846407"/>
            <a:ext cx="102829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ИУ «ИНФОРМАТИКА И СИСТЕМЫ УПРАВЛЕНИЯ»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ИУ7 «ПРОГРАММНОЕ ОБЕСПЕЧЕНИЕ ЭВМ И ИНФОРМАЦИОННЫЕ ТЕХНОЛОГИИ»</a:t>
            </a:r>
          </a:p>
        </p:txBody>
      </p:sp>
    </p:spTree>
    <p:extLst>
      <p:ext uri="{BB962C8B-B14F-4D97-AF65-F5344CB8AC3E}">
        <p14:creationId xmlns:p14="http://schemas.microsoft.com/office/powerpoint/2010/main" val="58168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238FB-DF8F-4753-A3CB-8741A5BC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87011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D09D78-3879-4EB0-BA19-AB04005D5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42" y="1235242"/>
            <a:ext cx="11245515" cy="54819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для отдачи статического содержимого с диска по протоколу HTTP.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протокол HTTP, и мультиплексирование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pselect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0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поддержку HTTP-запросов методов GET и HEAD, а также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обработку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ошибок; </a:t>
            </a:r>
          </a:p>
          <a:p>
            <a:pPr lvl="0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мультиплексирование; </a:t>
            </a:r>
          </a:p>
          <a:p>
            <a:pPr lvl="0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журналирование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обеспечить корректную передачу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 заданного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размера; </a:t>
            </a:r>
          </a:p>
          <a:p>
            <a:pPr lvl="0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нагрузочное тестирование разработанного сервера.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z="2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47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1C3E7EB-9C70-4F86-A8B8-98204D76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4607"/>
            <a:ext cx="12280900" cy="82145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1A51C3C4-FAC6-4B21-BED1-B1AE50525125}"/>
              </a:ext>
            </a:extLst>
          </p:cNvPr>
          <p:cNvSpPr txBox="1">
            <a:spLocks/>
          </p:cNvSpPr>
          <p:nvPr/>
        </p:nvSpPr>
        <p:spPr>
          <a:xfrm>
            <a:off x="5842327" y="5998164"/>
            <a:ext cx="6222673" cy="757590"/>
          </a:xfrm>
          <a:prstGeom prst="rect">
            <a:avLst/>
          </a:prstGeom>
        </p:spPr>
        <p:txBody>
          <a:bodyPr vert="horz" lIns="112542" tIns="56271" rIns="112542" bIns="5627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73529" y="1420587"/>
            <a:ext cx="11152414" cy="4756376"/>
          </a:xfrm>
        </p:spPr>
        <p:txBody>
          <a:bodyPr>
            <a:normAutofit/>
          </a:bodyPr>
          <a:lstStyle/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предусмотреть поддержку запросов GET и HEAD;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предусмотреть возможность ответа сервера на неподдерживаемые запросы;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корректную передачу файлов размером до 128 Мбайт. 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мультиплексирование - каждый процесс или поток должен отдавать данные по нескольким сетевым соединениям;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по умолчанию должен возвращать HTML-страницу на выбранную тему с CSS-стилем;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запись информации о событиях в журнал;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учесть минимальные требования к безопасности серверов статического содержимого. </a:t>
            </a:r>
          </a:p>
          <a:p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z="2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85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62ADB79-41A1-4193-87F1-6F59D982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0"/>
            <a:ext cx="10515600" cy="1631462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Пиковая 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сервера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z="2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367540"/>
              </p:ext>
            </p:extLst>
          </p:nvPr>
        </p:nvGraphicFramePr>
        <p:xfrm>
          <a:off x="1505846" y="1631462"/>
          <a:ext cx="9180310" cy="47530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785">
                  <a:extLst>
                    <a:ext uri="{9D8B030D-6E8A-4147-A177-3AD203B41FA5}">
                      <a16:colId xmlns:a16="http://schemas.microsoft.com/office/drawing/2014/main" val="4071055632"/>
                    </a:ext>
                  </a:extLst>
                </a:gridCol>
                <a:gridCol w="3059785">
                  <a:extLst>
                    <a:ext uri="{9D8B030D-6E8A-4147-A177-3AD203B41FA5}">
                      <a16:colId xmlns:a16="http://schemas.microsoft.com/office/drawing/2014/main" val="1411997547"/>
                    </a:ext>
                  </a:extLst>
                </a:gridCol>
                <a:gridCol w="3060740">
                  <a:extLst>
                    <a:ext uri="{9D8B030D-6E8A-4147-A177-3AD203B41FA5}">
                      <a16:colId xmlns:a16="http://schemas.microsoft.com/office/drawing/2014/main" val="3776359527"/>
                    </a:ext>
                  </a:extLst>
                </a:gridCol>
              </a:tblGrid>
              <a:tr h="175492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обработчиков</a:t>
                      </a:r>
                      <a:endParaRPr lang="ru-RU" sz="2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Пиковый RPS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 кол-во стабильных соединений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6055490"/>
                  </a:ext>
                </a:extLst>
              </a:tr>
              <a:tr h="742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206.97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2708951"/>
                  </a:ext>
                </a:extLst>
              </a:tr>
              <a:tr h="742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263.58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&gt;1000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8077020"/>
                  </a:ext>
                </a:extLst>
              </a:tr>
              <a:tr h="742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265.92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&gt;1000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1737564"/>
                  </a:ext>
                </a:extLst>
              </a:tr>
              <a:tr h="742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257.26</a:t>
                      </a:r>
                      <a:endParaRPr lang="ru-RU" sz="2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&gt;1000</a:t>
                      </a:r>
                      <a:endParaRPr lang="ru-RU" sz="2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7663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48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62ADB79-41A1-4193-87F1-6F59D982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631462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реализации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835" y="1631462"/>
            <a:ext cx="11446329" cy="280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реймворк тестирования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ApacheBench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Мультиплексирование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pselect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z="2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50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72AADA6-9DA7-4AD6-8019-33D555C03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922" y="0"/>
            <a:ext cx="10515600" cy="1208312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51" y="1208312"/>
            <a:ext cx="10994141" cy="5497071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z="2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46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D25107B-A733-4D11-92B3-282E6EDA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8960"/>
            <a:ext cx="10515600" cy="952656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отдачи данных на одно соединение</a:t>
            </a:r>
            <a:endParaRPr lang="ru-RU" sz="4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16" y="1295091"/>
            <a:ext cx="10852768" cy="5426384"/>
          </a:xfrm>
          <a:prstGeom prst="rect">
            <a:avLst/>
          </a:prstGeom>
        </p:spPr>
      </p:pic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z="2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25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238FB-DF8F-4753-A3CB-8741A5BC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209"/>
            <a:ext cx="10515600" cy="75677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D09D78-3879-4EB0-BA19-AB04005D5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185" y="1153982"/>
            <a:ext cx="11413671" cy="52147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курсовой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был разработан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протестирован статический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использующий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сочетании с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механизмом мультиплексирования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pselect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решены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следующие задачи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разработан сервер, корректно обрабатывающий GET/HEAD запросы 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коды состояния HTTP; </a:t>
            </a:r>
          </a:p>
          <a:p>
            <a:pPr lvl="0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потоковая передача файлов большого объема 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журналирование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событий; </a:t>
            </a:r>
          </a:p>
          <a:p>
            <a:pPr lvl="0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нагрузочное тестирование, которое показало, что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эффективно решает проблему масштабирования по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количеству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соединений, преодолевая ограничение системного вызова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pselect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числу файловых дескрипторов на один процесс.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8FE3-B623-4641-928F-C91B54B9BCC4}" type="slidenum">
              <a:rPr lang="ru-RU" sz="2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87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913</TotalTime>
  <Words>348</Words>
  <Application>Microsoft Office PowerPoint</Application>
  <PresentationFormat>Широкоэкранный</PresentationFormat>
  <Paragraphs>62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Times New Roman</vt:lpstr>
      <vt:lpstr>Тема Office</vt:lpstr>
      <vt:lpstr>Разработка статического HTTP сервера</vt:lpstr>
      <vt:lpstr>Цели и задачи</vt:lpstr>
      <vt:lpstr>Анализ требований</vt:lpstr>
      <vt:lpstr>Пиковая производительность сервера</vt:lpstr>
      <vt:lpstr>Средства реализации</vt:lpstr>
      <vt:lpstr>Производительность</vt:lpstr>
      <vt:lpstr>Скорость отдачи данных на одно соединение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«Классификация методов модификации ядра Linux» </dc:title>
  <dc:creator>Влад Мансуров</dc:creator>
  <cp:lastModifiedBy>777</cp:lastModifiedBy>
  <cp:revision>135</cp:revision>
  <cp:lastPrinted>2023-01-17T17:38:56Z</cp:lastPrinted>
  <dcterms:created xsi:type="dcterms:W3CDTF">2023-01-16T23:26:49Z</dcterms:created>
  <dcterms:modified xsi:type="dcterms:W3CDTF">2025-12-21T23:40:38Z</dcterms:modified>
</cp:coreProperties>
</file>